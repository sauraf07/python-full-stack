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3776A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BASICS OF PYTHON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4572000" cy="54864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 with Real-Life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3776A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Installation &amp; Setup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324612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3776AB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291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Syntax &amp; Variables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3776AB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Data Types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388620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3776A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931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Operations &amp; Expressions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Saurav Education  •  BCA Students ke liye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457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27432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by: Guido van Rossum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1991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Python 3.x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274320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0" y="274320"/>
            <a:ext cx="64008" cy="10058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3200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Real-Life Analogy: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6126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ek simple, seedhi Hindi jaisi language hai — English (C++) ke muqable mein!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444752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44752"/>
            <a:ext cx="64008" cy="10058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904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🤔 Kya hai?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7830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ek High-Level, Interpreted, General-Purpose programming language hai.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2615184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615184"/>
            <a:ext cx="64008" cy="10058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6609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Kyun use karte hain?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9535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syntax, readable code, aur beginners ke liye ekdum perfect!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3785616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0" y="3785616"/>
            <a:ext cx="64008" cy="10058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83133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Kahan use hota hai?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412394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Dev, AI/ML, Data Science, Automation, Games — sab jagah!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Installing Python &amp; Setting Up Environment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88720"/>
            <a:ext cx="502920" cy="50292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 pe jao → Download Python 3.x → Windows/Mac/Linux ke liye installer download karo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114800" cy="1143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487168"/>
            <a:ext cx="502920" cy="50292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Python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968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chalao → ✅ 'Add Python to PATH' zaroor tick karo → Install Now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4114800" cy="1143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785616"/>
            <a:ext cx="502920" cy="50292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584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Installation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8953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Terminal/CMD mein likho: python --version  → output aayega: Python 3.x.x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114800" cy="1143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188720"/>
            <a:ext cx="502920" cy="502920"/>
          </a:xfrm>
          <a:prstGeom prst="ellipse">
            <a:avLst/>
          </a:prstGeom>
          <a:solidFill>
            <a:srgbClr val="6F42C1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9875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VS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12984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 se VS Code download karo → Python Extension install karo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114800" cy="1143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48716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2860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 World 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25968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mein file banao: hello.py → likho: print('Hello World!') → Run karo!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908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Real-Life: Python install karna = Apne ghar mein ek naya tool box laana — ek baar rakha, fir baar baar use karo!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Python Syntax — Rules of the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45920"/>
          </a:xfrm>
          <a:prstGeom prst="rect">
            <a:avLst/>
          </a:prstGeom>
          <a:solidFill>
            <a:srgbClr val="1C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 No Semicolons!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mein line end karne ke liye ; nahi chahiye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C/Java: int x = 5;   →   Python: x =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1C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Indentation = Code Block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44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mein {} nahi hoti — SPACES se code block banta hai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spaces = ek indent level (tabs bhi chalti hain)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1645920"/>
          </a:xfrm>
          <a:prstGeom prst="rect">
            <a:avLst/>
          </a:prstGeom>
          <a:solidFill>
            <a:srgbClr val="1C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#️⃣  Comments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 single line comment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'''Triple quotes''' se multi-line comment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645920"/>
          </a:xfrm>
          <a:prstGeom prst="rect">
            <a:avLst/>
          </a:prstGeom>
          <a:solidFill>
            <a:srgbClr val="1C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834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🔡  Case Sensitive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735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aur Name alag variables hain!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uppercase-lowercase ko alag samajhta hai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" y="47000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Real-Life: Python ki syntax aise hai jaise school rules — koi bhi follow kare, samjh aa jaata hai! Hindi mein likhte waqt bhi hum indentation samajhte hain.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Variables — Data Store karne ke Dibbe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Real-Life Analogy: Variable ek dabba (box) hai jisme hum kuch cheez rakhte hain.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name = 'Saurav'  →  ek dabba banaya jiska naam 'name' hai, usme 'Saurav' rakha!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859536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108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Real-Life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= 'Saurav'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Naam store karna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=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Umar store karna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= 5.8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store karna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is_student =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Haan ya Naa?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 = 10,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 saath 2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97680"/>
            <a:ext cx="8595360" cy="71323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33425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Variable Naming Rules: </a:t>
            </a:r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Sirf letters, numbers, underscore _  • Number se start nahi ho sakta  • No spaces  • Keywords use mat karo (if, for, while...)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Data Types in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103120" cy="50292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" y="14630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" y="182880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whole numbers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roll number, 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14400"/>
            <a:ext cx="210312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9601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float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87168" y="14630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82880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marks percentage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2103120" cy="50292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9601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🔡 str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7448" y="14630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7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"Saurav"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182880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naam, address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914400"/>
            <a:ext cx="210312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9601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bool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67728" y="14630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True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182880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True ya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switch ON/OFF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926080"/>
            <a:ext cx="2103120" cy="50292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29718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list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" y="347472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" y="384048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shopping list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29260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23160" y="2926080"/>
            <a:ext cx="2103120" cy="502920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29718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tuple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87168" y="347472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C9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87168" y="384048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list (immutable)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aadhar card numbers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26080"/>
            <a:ext cx="21031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29718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dict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27448" y="347472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{"a": 1}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27448" y="384048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phonebook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29260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03720" y="2926080"/>
            <a:ext cx="2103120" cy="50292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29718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set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7728" y="347472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7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 2, 3}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67728" y="3840480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Jaise: class attendance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Numeric Types — int, float, complex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solidFill>
            <a:srgbClr val="1A649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int (Integer)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Poori (whole) numbers — positive, negative, ya zero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-5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95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Life: Roll number, age, floor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74320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float (Decimal)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 point wale numbers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cgpa = 8.5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99.99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Life: Percentage, weight, temperature 36.6°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743200" cy="5943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🌀  complex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+ Imaginary part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a + bj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 + 4j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z2 = complex(2, 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Life: Signal processing, engineering math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681728"/>
            <a:ext cx="9144000" cy="3840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type() function se pata kar sakte ho kaunsa data type hai: type(42) → &lt;class 'int'&gt; | type(3.14) → &lt;class 'float'&gt;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🔡  String Data Type — "Text ki Duniya"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21792"/>
          </a:xfrm>
          <a:prstGeom prst="rect">
            <a:avLst/>
          </a:prstGeom>
          <a:solidFill>
            <a:srgbClr val="1C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Analogy: String ek maala (necklace) jaisi hai — jisme ek-ek character moti ki tarah pira hua hai!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8595360" cy="288036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1089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string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 = "Saurav"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"Saurav"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Length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len(name)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Uppercase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name.upper()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"SAURAV"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Concatenation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"Hi " + 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"Hi Saurav"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Slicing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name[0:3]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"Sau"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f-string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f"My name is {name}"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"My name is Saurav"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Repeat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"Ha" *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"HaHaHa"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681728"/>
            <a:ext cx="9144000" cy="38404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Strings are Immutable! Matlab ek baar bana liya toh badal nahi sakte — sirf naya string bana sakte hain.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Basic Operations — Python ka Calculator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4160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86968"/>
            <a:ext cx="3840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  Arithmetic Operators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7218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72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 — 5 + 3 = 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14630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Cricket score add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56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Subtraction — 10 - 3 = 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19568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Paise baad mein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59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 — 4 * 5 = 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97480" y="24505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Area calculate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944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 — 10 / 4 = 2.5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29443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Pizza barabar baantna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4728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438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Div — 10 // 3 = 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97480" y="34381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Poore items ginne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94106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941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Modulus — 10 % 3 = 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97480" y="39319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Bacha hua part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4256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— 2 ** 8 = 256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97480" y="44256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Compound interest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868680"/>
            <a:ext cx="4206240" cy="4160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886968"/>
            <a:ext cx="4023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Comparison &amp; Logical Operators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1463040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4630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21808" y="148132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 to  →  5 == 5 → True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1956816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19568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21808" y="1975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equal  →  5 != 3 → True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2450592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24505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21808" y="24688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  →  7 &gt; 5 → True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2944368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29443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21808" y="296265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Lesser  →  3 &lt; 9 → True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438144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34381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34564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True?  →  True and False → False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3931920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39319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21808" y="395020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True?  →  True or False → True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4425696"/>
            <a:ext cx="502920" cy="347472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0" y="44256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21808" y="444398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  →  not True → False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0" y="4681728"/>
            <a:ext cx="9144000" cy="384048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Real-Life: Comparison = Exam mein marks compare karna! and/or = Agar rain AND holiday → ghar raho 🏠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💫  Expressions &amp; Type Conversion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6583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96112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Expression kya hota hai? Values, Variables, aur Operators ka combination jo ek result deta hai.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result = (a + b) * 2 — yahan poora (a + b) * 2 ek EXPRESSION hai!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40233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64208"/>
            <a:ext cx="402336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Expressions Examples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10; b =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a + b          #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= (a + b) / 2      # 15.0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is_pass = total &gt; 50   #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'Marks: ' + str(total)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= 3.14 * 5 ** 2   # 78.5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64208"/>
            <a:ext cx="42062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64208"/>
            <a:ext cx="420624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824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Type Conversion (Casting)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int("42")       # "42" → 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float("3.14")   # str →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str(100)        # 100 → "100"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bool(0)         # 0 →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= bool(1)        # 1 →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input() se aata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hamesha STRING hota hai!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int(input("Age: "))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81728"/>
            <a:ext cx="9144000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Real-Life: Type conversion = 1000 rupees ko dollars mein convert karna — form same nahi, value same hai!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Practice Questions — Set A (Q1-Q8)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33272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9418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Python mein 'Hello, Saurav!' print karne ka code kya hoga?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print() function use karo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33272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33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9418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x = 15, y = 4 ho toh x // y aur x % y ka result kya hoga?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780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Floor division aur remainder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29384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66544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19751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Apna naam, age, aur CGPA ek program mein store karke print karo.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str, int, float variables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29384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66544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9751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Do numbers user se lo aur unka sum, average, aur product print karo.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2496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input() + int() use karo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99816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0083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Kisi string ki length find karo aur usse UPPERCASE mein print karo.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3529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len() aur .upper() use karo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99816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0083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True/False: kya 2**10 &gt; 1000? Python mein verify karo.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3529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Power operator **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995928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133088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8680" y="4041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type() function se int, float, str, bool ka type print karo.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68680" y="4562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print(type(variable))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995928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133088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57800" y="4041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User se temperature Celsius lo aur Fahrenheit mein convert karo. Formula: F = C*9/5 + 32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57800" y="4562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Arithmetic expression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Practice Questions — Set B (Q9-Q15)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33272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9418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String ko reverse karo without slicing: 'Python' → 'nohtyP'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[::-1] slicing trick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33272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33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9418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Check karo kya ek number positive, negative, ya zero hai using comparison operators.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780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&gt; 0, &lt; 0, == 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29384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66544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19751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Q11. Simple Interest calculate karo: SI = (P * R * T) / 100. User se P, R, T input lo.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3 inputs + formula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29384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66544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9751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Q12. Kisi string mein kitni baar letter 'a' aata hai? Find karo.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2496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.count('a') method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99816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0083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Q13. Do variables swap karo WITHOUT using third variable.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3529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a, b = b, 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99816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0083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Q14. Apna BMI calculate karo: BMI = weight / (height ** 2)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3529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Float input + ** operator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68880" y="3995928"/>
            <a:ext cx="4251960" cy="914400"/>
          </a:xfrm>
          <a:prstGeom prst="rect">
            <a:avLst/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4133088"/>
            <a:ext cx="411480" cy="41148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63240" y="40416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Q15. Ek mini profile card banao: naam, college, skills (list mein) — sab print karo.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4562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str + list variables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Python Quick Reference — Cheat Sheet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📌 Topic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🔑 Key Points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💡 Example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type declaration, dynamic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5, name = "Hi"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Whole numbers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 = 21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Decimal numbers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 = 3.14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 in quotes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"Python"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 only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True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Mutable, ordered []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Immutable 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(1, 2, 3)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Key-value {}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{"a": 1}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 values {}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2, 3}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Operators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- * / // % **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10 % 3 = 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 print karo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print("Hello")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se input lo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input("Name: ")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type check karo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type(3.14)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3776A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Coding, Dragon Boss!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Perfect 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din code likhoge, ek din Python master ho jaoge!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Saurav Education  •  BCA Students Community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Python</dc:title>
  <dc:subject>PptxGenJS Presentation</dc:subject>
  <dc:creator>Saurav Education</dc:creator>
  <cp:lastModifiedBy>Saurav Education</cp:lastModifiedBy>
  <cp:revision>1</cp:revision>
  <dcterms:created xsi:type="dcterms:W3CDTF">2026-04-20T12:52:34Z</dcterms:created>
  <dcterms:modified xsi:type="dcterms:W3CDTF">2026-04-20T12:52:34Z</dcterms:modified>
</cp:coreProperties>
</file>