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02920"/>
            <a:ext cx="80467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502920"/>
            <a:ext cx="73152" cy="25603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40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complete learning path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100584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777240" y="16916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Full-Stack</a:t>
            </a:r>
            <a:endParaRPr lang="en-US" sz="42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337560"/>
            <a:ext cx="192024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564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54864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51760" y="333756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51760" y="3337560"/>
            <a:ext cx="1920240" cy="54864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4564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265176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33756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337560"/>
            <a:ext cx="1920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564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475488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58000" y="3337560"/>
            <a:ext cx="19202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0" y="3337560"/>
            <a:ext cx="19202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34564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68580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10 stages from zero to deployed full-stack developer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1572768" cy="64008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115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" y="1508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Foundations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1762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16002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10058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005840"/>
            <a:ext cx="1572768" cy="64008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1115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30552" y="1508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0552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30552" y="21762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30168" y="16002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67328" y="10058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67328" y="1005840"/>
            <a:ext cx="1572768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115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0" y="1508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21762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0096" y="16002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77256" y="10058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1005840"/>
            <a:ext cx="1572768" cy="64008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1115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50408" y="1508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50408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&amp; Modern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0408" y="21762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50024" y="16002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87184" y="10058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87184" y="1005840"/>
            <a:ext cx="1572768" cy="64008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0336" y="11155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60336" y="1508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60336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60336" y="21762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" y="28346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7472" y="2834640"/>
            <a:ext cx="1572768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20624" y="3337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0624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" y="4005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wks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920240" y="34290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57400" y="28346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057400" y="2834640"/>
            <a:ext cx="1572768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30552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130552" y="3337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130552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130552" y="4005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30168" y="34290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767328" y="28346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67328" y="2834640"/>
            <a:ext cx="1572768" cy="6400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0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840480" y="3337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840480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840480" y="4005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40096" y="34290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77256" y="28346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477256" y="2834640"/>
            <a:ext cx="1572768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50408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5550408" y="3337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550408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550408" y="4005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50024" y="34290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</a:rPr>
              <a:t>→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187184" y="2834640"/>
            <a:ext cx="1572768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187184" y="2834640"/>
            <a:ext cx="1572768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60336" y="2944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7260336" y="3337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260336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Live!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260336" y="4005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47472" y="4544568"/>
            <a:ext cx="832104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45445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FRONTEND  (Stages 1–5)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383280" y="45445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BACKEND  (Stages 6–8)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943600" y="45445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FULLSTACK + DEPLOY  (Stages 9–10)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solidFill>
            <a:srgbClr val="1A3A3C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Foundations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3–4 weeks  ·  Learn the basic building blocks of the web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HTML /&gt;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71800" y="1042416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3D251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04241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tags &amp; headings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86537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18653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 &amp; links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2494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lists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63347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2633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forms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0175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384048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page  ·  Simple blog layout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Create any webpage structure from scratch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14400"/>
            <a:ext cx="41148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14400"/>
            <a:ext cx="41148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CSS }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42048" y="1042416"/>
            <a:ext cx="978408" cy="256032"/>
          </a:xfrm>
          <a:prstGeom prst="roundRect">
            <a:avLst>
              <a:gd name="adj" fmla="val 17857"/>
            </a:avLst>
          </a:prstGeom>
          <a:solidFill>
            <a:srgbClr val="0D2044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104241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148132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10912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colors &amp; fonts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186537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10912" y="1865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· margin/padding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24942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10912" y="2249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263347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10912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0175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10912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3429000"/>
            <a:ext cx="384048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Projects: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 ·  Portfolio website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Design a fully responsive webpage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solidFill>
            <a:srgbClr val="2D2208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Fundamentals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4–5 weeks  ·  This makes websites interactive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50292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50292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87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variables &amp; data types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14173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operators &amp; conditions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loops &amp; functions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18288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arrays &amp; objects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DOM manipulation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2240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events handling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fetch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async / await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promises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3063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error handling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ES6 intro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3474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browser APIs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914400"/>
            <a:ext cx="32004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914400"/>
            <a:ext cx="32004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9875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15000" y="1444752"/>
            <a:ext cx="292608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DOM ops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2103120"/>
            <a:ext cx="292608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63640" y="2167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24140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local storage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2761488"/>
            <a:ext cx="292608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7614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🌤️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263640" y="28254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30723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+ async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3474720"/>
            <a:ext cx="292608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547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Understand how websites work dynamically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2D2208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skills = ['DOM', 'events', 'fetchAPI', 'async/await', 'ES6'];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 +  Advanced JavaScript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03 &amp; 04  ·  Essential tools before React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731520" cy="320040"/>
          </a:xfrm>
          <a:prstGeom prst="rect">
            <a:avLst/>
          </a:prstGeom>
          <a:solidFill>
            <a:srgbClr val="0D2044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051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3–5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755648"/>
            <a:ext cx="17373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git init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1755648"/>
            <a:ext cx="17373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git add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258568"/>
            <a:ext cx="17373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2585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git commit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2258568"/>
            <a:ext cx="17373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22585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git push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761488"/>
            <a:ext cx="17373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76148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git pull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23160" y="2761488"/>
            <a:ext cx="173736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96312" y="276148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branches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384048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Upload every project to GitHub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your dev portfolio — commit early, commit often.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60120"/>
            <a:ext cx="4114800" cy="731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051560"/>
            <a:ext cx="731520" cy="320040"/>
          </a:xfrm>
          <a:prstGeom prst="rect">
            <a:avLst/>
          </a:prstGeom>
          <a:solidFill>
            <a:srgbClr val="2D2208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51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23560" y="1051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JavaScript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0060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 weeks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75564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10912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Features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1993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let/const, template literals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21284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10912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10912" y="2450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=&gt; concise syntax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267004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1091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10912" y="2907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objects unpacking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12724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10912" y="3127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10912" y="33649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58444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10912" y="3584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10912" y="3822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chains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404164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10912" y="4041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10912" y="4279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patterns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3337560"/>
            <a:ext cx="384048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Be fluent in modern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solidFill>
            <a:srgbClr val="1A3A3C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Frontend Framework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4–5 weeks  ·  Build modern, component-driven UIs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73152" cy="109728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building blocks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73152" cy="109728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↕️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5087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between components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14400"/>
            <a:ext cx="73152" cy="109728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5087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within a component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19456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194560"/>
            <a:ext cx="73152" cy="109728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2788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useEffect &amp; more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219456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194560"/>
            <a:ext cx="73152" cy="109728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84048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37560" y="2788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for navigation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194560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194560"/>
            <a:ext cx="73152" cy="109728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75120" y="2304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72200" y="27889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&amp; displaying data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566160"/>
            <a:ext cx="8412480" cy="54864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630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" y="4041648"/>
            <a:ext cx="251460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0416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 Todo App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46120" y="4041648"/>
            <a:ext cx="251460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0416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Movie Search App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89320" y="4041648"/>
            <a:ext cx="251460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0416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Blog UI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95360" y="416052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D1117"/>
                </a:solidFill>
              </a:rPr>
              <a:t>🎯  Goal: Build modern frontend applications</a:t>
            </a:r>
            <a:endParaRPr lang="en-US" sz="100" dirty="0"/>
          </a:p>
        </p:txBody>
      </p:sp>
      <p:sp>
        <p:nvSpPr>
          <p:cNvPr id="47" name="Text 45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Build modern frontend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347472"/>
          </a:xfrm>
          <a:prstGeom prst="rect">
            <a:avLst/>
          </a:prstGeom>
          <a:solidFill>
            <a:srgbClr val="3D251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BACKEND STARTS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777240" cy="457200"/>
          </a:xfrm>
          <a:prstGeom prst="rect">
            <a:avLst/>
          </a:prstGeom>
          <a:solidFill>
            <a:srgbClr val="3D251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548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754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932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5–6 weeks  ·  Build APIs your frontend can talk 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41148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98448"/>
            <a:ext cx="41148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783080"/>
            <a:ext cx="3840480" cy="402336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105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Basics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8105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258568"/>
            <a:ext cx="3840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 Framework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2860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handling &amp; middleware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734056"/>
            <a:ext cx="3840480" cy="402336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614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27614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GET/POST/PUT/DELETE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209544"/>
            <a:ext cx="3840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3697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Middleware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2369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processing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685032"/>
            <a:ext cx="3840480" cy="402336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124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Authentication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3712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tokens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160520"/>
            <a:ext cx="38404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879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Environment Variables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1879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&amp; dotenv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298448"/>
            <a:ext cx="41148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298448"/>
            <a:ext cx="41148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1828800"/>
            <a:ext cx="384048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828800"/>
            <a:ext cx="54864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82880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86400" y="188366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 API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0" y="22128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 with JWT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2743200"/>
            <a:ext cx="384048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2743200"/>
            <a:ext cx="54864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74320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0" y="279806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API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31272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657600"/>
            <a:ext cx="3840480" cy="74980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3657600"/>
            <a:ext cx="54864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65760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486400" y="371246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Backend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0" y="4041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users, comments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4645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Build a server that communicates with the frontend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+  Python &amp; Django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07 &amp; 08  ·  Data persistence + Python-powered 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731520" cy="320040"/>
          </a:xfrm>
          <a:prstGeom prst="rect">
            <a:avLst/>
          </a:prstGeom>
          <a:solidFill>
            <a:srgbClr val="3D2510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SQL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2–3 weeks  ·  MySQL or PostgreSQL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SQL basics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CRUD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JOINs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89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Database relationships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Primary &amp; foreign keys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Indexes &amp; queries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384048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Store and retrieve application data reliably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4114800" cy="731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051560"/>
            <a:ext cx="731520" cy="320040"/>
          </a:xfrm>
          <a:prstGeom prst="rect">
            <a:avLst/>
          </a:prstGeom>
          <a:solidFill>
            <a:srgbClr val="3D0F23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51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1051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060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4–5 weeks  ·  Python-powered backend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73736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Django project structure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1214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Models + Views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50545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Templates + Forms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88950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Authentication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2735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Django REST Framework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6576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Project: Blog App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365760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full Django 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069080"/>
            <a:ext cx="384048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Understand Python backend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347472"/>
          </a:xfrm>
          <a:prstGeom prst="rect">
            <a:avLst/>
          </a:prstGeom>
          <a:solidFill>
            <a:srgbClr val="0F2E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FULL-STACK STAGE — Combine Everything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"/>
            <a:ext cx="777240" cy="457200"/>
          </a:xfrm>
          <a:prstGeom prst="rect">
            <a:avLst/>
          </a:prstGeom>
          <a:solidFill>
            <a:srgbClr val="0F2E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548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754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932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4–6 weeks  ·  Frontend + Backend + Database working together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8412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325880"/>
            <a:ext cx="150876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14813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23160" y="1325880"/>
            <a:ext cx="150876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3716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Node/Django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4813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50876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3716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MySQL/PG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17720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14813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1508760" cy="7772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3716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6560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331720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331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Full-Stack Projects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834640"/>
            <a:ext cx="2011680" cy="54864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5488" y="3364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System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42416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09344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9344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" y="434340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14600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14600" y="2834640"/>
            <a:ext cx="2011680" cy="54864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24328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624328" y="3364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Platform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24328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24328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191256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91256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58184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58184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24328" y="434340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2834640"/>
            <a:ext cx="201168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773168" y="3364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Platform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73168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0096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40096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907024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07024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73168" y="434340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12280" y="2834640"/>
            <a:ext cx="20116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12280" y="2834640"/>
            <a:ext cx="20116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22008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922008" y="33649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Dashboard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922008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22008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488936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88936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055864" y="4041648"/>
            <a:ext cx="512064" cy="20116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55864" y="40416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922008" y="434340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solidFill>
            <a:srgbClr val="2D2208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Go Live!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week  ·  Your app on the internet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148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Learn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Hosting platforms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013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Environment 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854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Production 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694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Domain setup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535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HTTPS &amp; SSL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CI/CD basics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417320"/>
            <a:ext cx="384048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41732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13248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React/Next.js frontend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148840"/>
            <a:ext cx="384048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1488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◈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13248" y="2212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24871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Node.js &amp; Python hosting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880360"/>
            <a:ext cx="384048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88036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🚂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13248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13248" y="32186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backend in one click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8412480" cy="1051560"/>
          </a:xfrm>
          <a:prstGeom prst="rect">
            <a:avLst/>
          </a:prstGeom>
          <a:solidFill>
            <a:srgbClr val="2D2208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913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Final Goal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runs on the internet — accessible by anyone, anywhere, anytime.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You Will Have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After completing all 10 stages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002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600200" cy="54864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141732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29968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54864" cy="54864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2996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97480"/>
            <a:ext cx="54864" cy="54864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64992"/>
            <a:ext cx="54864" cy="54864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6499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32504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32504"/>
            <a:ext cx="54864" cy="548640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32504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11680" y="1005840"/>
            <a:ext cx="16002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0" y="1005840"/>
            <a:ext cx="16002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0312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03120" y="1938528"/>
            <a:ext cx="141732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2029968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2029968"/>
            <a:ext cx="54864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202996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03120" y="2697480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2697480"/>
            <a:ext cx="54864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12848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03120" y="3364992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03120" y="3364992"/>
            <a:ext cx="54864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12848" y="336499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103120" y="4032504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4032504"/>
            <a:ext cx="54864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12848" y="4032504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49040" y="1005840"/>
            <a:ext cx="16002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49040" y="1005840"/>
            <a:ext cx="16002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84048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840480" y="1938528"/>
            <a:ext cx="141732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2029968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0" y="2029968"/>
            <a:ext cx="54864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0208" y="202996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840480" y="2697480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0" y="2697480"/>
            <a:ext cx="54864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50208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840480" y="3364992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0" y="3364992"/>
            <a:ext cx="54864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50208" y="336499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840480" y="4032504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0" y="4032504"/>
            <a:ext cx="54864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0208" y="4032504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0" y="1005840"/>
            <a:ext cx="16002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486400" y="1005840"/>
            <a:ext cx="16002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557784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577840" y="1938528"/>
            <a:ext cx="141732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2029968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77840" y="2029968"/>
            <a:ext cx="54864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87568" y="202996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577840" y="2697480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77840" y="2697480"/>
            <a:ext cx="54864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577840" y="3364992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577840" y="3364992"/>
            <a:ext cx="54864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87568" y="336499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577840" y="4032504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77840" y="4032504"/>
            <a:ext cx="54864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87568" y="4032504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223760" y="1005840"/>
            <a:ext cx="16002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223760" y="1005840"/>
            <a:ext cx="160020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7315200" y="1572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7315200" y="1938528"/>
            <a:ext cx="141732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15200" y="2029968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315200" y="2029968"/>
            <a:ext cx="54864" cy="54864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24928" y="202996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315200" y="2697480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00" y="2697480"/>
            <a:ext cx="54864" cy="54864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24928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315200" y="3364992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15200" y="3364992"/>
            <a:ext cx="54864" cy="54864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24928" y="336499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315200" y="4032504"/>
            <a:ext cx="1417320" cy="5486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15200" y="4032504"/>
            <a:ext cx="54864" cy="54864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24928" y="4032504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9144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640080"/>
            <a:ext cx="80467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640080"/>
            <a:ext cx="73152" cy="19659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7772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a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77240" y="132588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3800" dirty="0"/>
          </a:p>
        </p:txBody>
      </p:sp>
      <p:sp>
        <p:nvSpPr>
          <p:cNvPr id="27" name="Shape 25"/>
          <p:cNvSpPr/>
          <p:nvPr/>
        </p:nvSpPr>
        <p:spPr>
          <a:xfrm>
            <a:off x="548640" y="2834640"/>
            <a:ext cx="1207008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28346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47088" y="2834640"/>
            <a:ext cx="7315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28346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70048" y="2834640"/>
            <a:ext cx="1088136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06624" y="283464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9624" y="2834640"/>
            <a:ext cx="969264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283464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10328" y="2834640"/>
            <a:ext cx="1207008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46904" y="28346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Django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08776" y="2834640"/>
            <a:ext cx="850392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2834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SQL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50608" y="2834640"/>
            <a:ext cx="1563624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283464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 🚀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34015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building. Start shipping. Keep learning.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8640" y="402336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023360"/>
            <a:ext cx="192024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07822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548640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51760" y="402336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4023360"/>
            <a:ext cx="1920240" cy="54864"/>
          </a:xfrm>
          <a:prstGeom prst="rect">
            <a:avLst/>
          </a:prstGeom>
          <a:solidFill>
            <a:srgbClr val="39D0D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0" y="407822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2651760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402336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4023360"/>
            <a:ext cx="1920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07822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4754880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4023360"/>
            <a:ext cx="1920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4023360"/>
            <a:ext cx="192024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407822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858000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Learning Flow</dc:title>
  <dc:subject>PptxGenJS Presentation</dc:subject>
  <dc:creator>PptxGenJS</dc:creator>
  <cp:lastModifiedBy>PptxGenJS</cp:lastModifiedBy>
  <cp:revision>1</cp:revision>
  <dcterms:created xsi:type="dcterms:W3CDTF">2026-03-09T13:20:31Z</dcterms:created>
  <dcterms:modified xsi:type="dcterms:W3CDTF">2026-03-09T13:20:31Z</dcterms:modified>
</cp:coreProperties>
</file>